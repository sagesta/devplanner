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525264944541ac" /><Relationship Type="http://schemas.openxmlformats.org/officeDocument/2006/relationships/extended-properties" Target="/docProps/app.xml" Id="Rd5285ad00f8f4d55" /><Relationship Type="http://schemas.openxmlformats.org/officeDocument/2006/relationships/officeDocument" Target="/ppt/presentation.xml" Id="R845d2310bb86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d3323379a3403c"/>
  </p:sldMasterIdLst>
  <p:notesMasterIdLst>
    <p:notesMasterId xmlns:r="http://schemas.openxmlformats.org/officeDocument/2006/relationships" r:id="R003bc849737943e3"/>
  </p:notesMasterIdLst>
  <p:sldIdLst>
    <p:sldId xmlns:r="http://schemas.openxmlformats.org/officeDocument/2006/relationships" id="256" r:id="R0d5ac9e8e64d4930"/>
    <p:sldId xmlns:r="http://schemas.openxmlformats.org/officeDocument/2006/relationships" id="257" r:id="R43c09fe5be4d4a1f"/>
    <p:sldId xmlns:r="http://schemas.openxmlformats.org/officeDocument/2006/relationships" id="258" r:id="R17b88618bd9346be"/>
    <p:sldId xmlns:r="http://schemas.openxmlformats.org/officeDocument/2006/relationships" id="259" r:id="R2af95044a55945c3"/>
    <p:sldId xmlns:r="http://schemas.openxmlformats.org/officeDocument/2006/relationships" id="260" r:id="Rd07c694b1ae542a6"/>
    <p:sldId xmlns:r="http://schemas.openxmlformats.org/officeDocument/2006/relationships" id="261" r:id="R51a3a148fae84e6e"/>
    <p:sldId xmlns:r="http://schemas.openxmlformats.org/officeDocument/2006/relationships" id="262" r:id="R05649455f8124694"/>
    <p:sldId xmlns:r="http://schemas.openxmlformats.org/officeDocument/2006/relationships" id="263" r:id="R19a2febba32b4ede"/>
    <p:sldId xmlns:r="http://schemas.openxmlformats.org/officeDocument/2006/relationships" id="264" r:id="R4c16b19b3a3e4d15"/>
    <p:sldId xmlns:r="http://schemas.openxmlformats.org/officeDocument/2006/relationships" id="265" r:id="Rbf74bb88b6b043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3323379a3403c" /><Relationship Type="http://schemas.openxmlformats.org/officeDocument/2006/relationships/theme" Target="/ppt/theme/theme1.xml" Id="R1d68e627e7694ed4" /><Relationship Type="http://schemas.openxmlformats.org/officeDocument/2006/relationships/notesMaster" Target="/ppt/notesMasters/notesMaster1.xml" Id="R003bc849737943e3" /><Relationship Type="http://schemas.openxmlformats.org/officeDocument/2006/relationships/presProps" Target="/ppt/presProps.xml" Id="R8e1f9348e53a48c9" /><Relationship Type="http://schemas.openxmlformats.org/officeDocument/2006/relationships/viewProps" Target="/ppt/viewProps.xml" Id="Rcd0d6f58d0654698" /><Relationship Type="http://schemas.openxmlformats.org/officeDocument/2006/relationships/tableStyles" Target="/ppt/tableStyles.xml" Id="R996bfe68a78b48f1" /><Relationship Type="http://schemas.openxmlformats.org/officeDocument/2006/relationships/slide" Target="/ppt/slides/slide1.xml" Id="R0d5ac9e8e64d4930" /><Relationship Type="http://schemas.openxmlformats.org/officeDocument/2006/relationships/slide" Target="/ppt/slides/slide2.xml" Id="R43c09fe5be4d4a1f" /><Relationship Type="http://schemas.openxmlformats.org/officeDocument/2006/relationships/slide" Target="/ppt/slides/slide3.xml" Id="R17b88618bd9346be" /><Relationship Type="http://schemas.openxmlformats.org/officeDocument/2006/relationships/slide" Target="/ppt/slides/slide4.xml" Id="R2af95044a55945c3" /><Relationship Type="http://schemas.openxmlformats.org/officeDocument/2006/relationships/slide" Target="/ppt/slides/slide5.xml" Id="Rd07c694b1ae542a6" /><Relationship Type="http://schemas.openxmlformats.org/officeDocument/2006/relationships/slide" Target="/ppt/slides/slide6.xml" Id="R51a3a148fae84e6e" /><Relationship Type="http://schemas.openxmlformats.org/officeDocument/2006/relationships/slide" Target="/ppt/slides/slide7.xml" Id="R05649455f8124694" /><Relationship Type="http://schemas.openxmlformats.org/officeDocument/2006/relationships/slide" Target="/ppt/slides/slide8.xml" Id="R19a2febba32b4ede" /><Relationship Type="http://schemas.openxmlformats.org/officeDocument/2006/relationships/slide" Target="/ppt/slides/slide9.xml" Id="R4c16b19b3a3e4d15" /><Relationship Type="http://schemas.openxmlformats.org/officeDocument/2006/relationships/slide" Target="/ppt/slides/slide10.xml" Id="Rbf74bb88b6b043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127c3151f7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e005d31774252" /><Relationship Type="http://schemas.openxmlformats.org/officeDocument/2006/relationships/notesMaster" Target="/ppt/notesMasters/notesMaster1.xml" Id="Rd5ed9375ae82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1060cdbd274bc6" /><Relationship Type="http://schemas.openxmlformats.org/officeDocument/2006/relationships/notesMaster" Target="/ppt/notesMasters/notesMaster1.xml" Id="R39207c1f1ee548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c6cfb846644b5f" /><Relationship Type="http://schemas.openxmlformats.org/officeDocument/2006/relationships/notesMaster" Target="/ppt/notesMasters/notesMaster1.xml" Id="R62e9fe69ad63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c9d74daf24945" /><Relationship Type="http://schemas.openxmlformats.org/officeDocument/2006/relationships/notesMaster" Target="/ppt/notesMasters/notesMaster1.xml" Id="Rde013c90dda643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70f13ce7b84be3" /><Relationship Type="http://schemas.openxmlformats.org/officeDocument/2006/relationships/notesMaster" Target="/ppt/notesMasters/notesMaster1.xml" Id="R4095b6693ccc41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84f6cdc2ef4f35" /><Relationship Type="http://schemas.openxmlformats.org/officeDocument/2006/relationships/notesMaster" Target="/ppt/notesMasters/notesMaster1.xml" Id="R8c9cc6fcbd72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79c5bed684334" /><Relationship Type="http://schemas.openxmlformats.org/officeDocument/2006/relationships/notesMaster" Target="/ppt/notesMasters/notesMaster1.xml" Id="R6bd1b86e706b44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b69b5816ab4021" /><Relationship Type="http://schemas.openxmlformats.org/officeDocument/2006/relationships/notesMaster" Target="/ppt/notesMasters/notesMaster1.xml" Id="Rc6d917cb79df47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c5f76c9cb94476" /><Relationship Type="http://schemas.openxmlformats.org/officeDocument/2006/relationships/notesMaster" Target="/ppt/notesMasters/notesMaster1.xml" Id="R161a764553db49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d3e2b9b0c9428b" /><Relationship Type="http://schemas.openxmlformats.org/officeDocument/2006/relationships/notesMaster" Target="/ppt/notesMasters/notesMaster1.xml" Id="R1f9b558e84f743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2acbadfd1498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e48394331a4ac7" /><Relationship Type="http://schemas.openxmlformats.org/officeDocument/2006/relationships/slideLayout" Target="/ppt/slideLayouts/slideLayout2.xml" Id="Rdd8fd35c563a43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8fd35c563a43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b061d60a094988" /><Relationship Type="http://schemas.openxmlformats.org/officeDocument/2006/relationships/notesSlide" Target="/ppt/notesSlides/notesSlide1.xml" Id="Re810ba13c7b741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090501f1014894" /><Relationship Type="http://schemas.openxmlformats.org/officeDocument/2006/relationships/notesSlide" Target="/ppt/notesSlides/notesSlide2.xml" Id="R40cdbd0b01af43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4fb625a24a43cd" /><Relationship Type="http://schemas.openxmlformats.org/officeDocument/2006/relationships/notesSlide" Target="/ppt/notesSlides/notesSlide3.xml" Id="Rfc393c1eb6bd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db3245182741f1" /><Relationship Type="http://schemas.openxmlformats.org/officeDocument/2006/relationships/notesSlide" Target="/ppt/notesSlides/notesSlide4.xml" Id="Re09973692f6a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ef2a029984e6f" /><Relationship Type="http://schemas.openxmlformats.org/officeDocument/2006/relationships/notesSlide" Target="/ppt/notesSlides/notesSlide5.xml" Id="Rd058334853764d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5d8fc4b934f60" /><Relationship Type="http://schemas.openxmlformats.org/officeDocument/2006/relationships/notesSlide" Target="/ppt/notesSlides/notesSlide6.xml" Id="R278d2d7b903d42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0c7022045498d" /><Relationship Type="http://schemas.openxmlformats.org/officeDocument/2006/relationships/notesSlide" Target="/ppt/notesSlides/notesSlide7.xml" Id="Rc5e5e9937e3b4b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08921d8ba0416a" /><Relationship Type="http://schemas.openxmlformats.org/officeDocument/2006/relationships/notesSlide" Target="/ppt/notesSlides/notesSlide8.xml" Id="Rbf8e81d8e7f443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299ef2fb184939" /><Relationship Type="http://schemas.openxmlformats.org/officeDocument/2006/relationships/notesSlide" Target="/ppt/notesSlides/notesSlide9.xml" Id="Rafff04d61add49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e6dcbc95c4ea1" /><Relationship Type="http://schemas.openxmlformats.org/officeDocument/2006/relationships/notesSlide" Target="/ppt/notesSlides/notesSlide10.xml" Id="R979967e6c8b84b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521201-6A45-4FAE-A43C-563E9C5B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07556-FA49-4787-96A4-AA0E7D6F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1AD2-EC19-41AA-9E9C-7B28933A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17C44-4BD2-48D5-968A-2D001A5F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6427F00E-3C89-4F92-AD94-742BB0D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C65D9B2-8523-4F11-9103-E4E34CBB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DevPlanner is an everyday execution loop, not a task pile.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4E60A-BA5B-4ECB-B4E1-89B03EC6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Use the app to protect attention: capture quickly, triage in Inbox, commit sparingly, execute from Today, then review what reality taught you.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848F1-6057-41DA-A36F-D202682C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3143250" cy="4095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EA305-208F-4A02-BA1A-972DBD3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144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C0F74-48B0-4007-BE42-1F036DE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38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Everyday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6C60B-CF6F-4C77-A57E-42189FE0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F85F1-1D34-420A-A750-CBB273C2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38325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1116A-6C9E-4061-A864-079F952C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02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2C238-B7E1-461A-B645-45894300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05025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5C720-FC3F-456C-8236-4A16D0C7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3DC08-8785-4CC9-BB87-F5918361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90775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125BA-861E-4F79-B4F8-A487AB2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526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62AAF-F01F-4811-AB27-FE7205F1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57475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A806D-3E72-4FEC-9242-66560CF3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643A9-7F81-4873-B78F-1E20F7E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43225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BFB09-49EE-4338-A2F2-6DEE208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051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CB57A-E430-4826-8634-728A7A2E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09925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754F9-97FB-4349-A1CE-767BF35C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8D21C-1BCC-42A4-B035-C6043FB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95675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2134A-552E-4E5D-901B-4C653AA9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575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B9A6F-0853-483A-9FA1-E161B9F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3C2A6-0A4F-4AFB-8382-622B4CDE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53164-9586-4A66-9EE3-E39DDE85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CFB810-C8B6-40FE-B5FE-EBA1D89D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E0E72-2D30-4B12-A2EB-C8D00038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FBC3A-53E4-4D28-99EF-6E16A23A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64DC82-B9A5-4F27-B976-9511117D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10 product surfaces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47DAD9-232A-46EB-A9D1-AF2CDC9D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Goals, Inbox, Board, Sprints, Today, Timeline, Table, Insights, Review, Settings.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89886B-C39F-409B-ABF2-63DF9376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89C34B-8D3D-487E-AAC8-64AAF21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D26DC3-F5F0-4D8D-B0B6-788E1702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148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2 app fixes made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F3DAB3-C7EB-4BE3-8C84-0CEA8437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577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Inbox now explains its role; AI dock recognizes the Goals view.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1C25ED-C091-4BB2-82DB-5935F28F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4D5E61-C53F-4A68-8F28-CACD7FA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E14E8F-8D29-458B-A3D7-1BB32F6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1 main habit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56E618-8B01-43D8-B251-C1A79BAD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Do not live in Inbox. Use it to decide what becomes work.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4EAAFD-34F4-4E98-828F-4ABB0DB4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D3A284-15CC-436E-8627-49F00913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Reviewed from repository source and build checks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97371-786F-440C-9777-F385AC39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9A2D22-64DD-4A6C-AB72-DCCE2D4C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49C52D-7B0C-4867-8868-BAECF45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54270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35319-BD0D-42A8-8DFB-C850A6B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C16CF-5BE7-4F6F-945C-29B351D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5F5C6-E218-4847-8E8E-1C31E23C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DDE72-40F9-468D-915B-210C09BA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0A4B8F44-F081-432E-9444-9AD9541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49079C-3BBB-4212-BBE3-AAAF80DE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19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The technical shape supports one personal planning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DD328-2FB6-4A92-BE6C-100A6B45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Core stack observed in code: Next.js web shell, Hono API, Postgres/Drizzle, Redis workers, Google/CalDAV sync, and OpenAI-assisted planning.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98F83-A34D-40A6-9F8D-7DB4A710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B09A5-39D0-43B4-A65D-E4731FB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E3F49-5C53-4DFD-9282-E6F64AB9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Next.js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F938F-C286-4EF0-942B-D662344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Authenticated app shell, command menu, AI dock, responsive route views.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C78E7-350C-4EF9-9F69-D6DDA586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289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3C24A-B54C-4FBD-B18C-55685F63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90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879F4-A96A-496C-9483-4A42327F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858A0-CB8F-4BDD-9F52-9D76EF10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878C4-0B85-4933-B6DC-51008FA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Hono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97D65-9ABD-4AA1-9737-C9A1AC18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Auth, task routes, schedule previews, AI, sync,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D12FC-CB48-4337-919B-FD653616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289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32837-188F-4594-95F6-04015F5D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90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66F7F-ED2B-4979-891D-6A636AC9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765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D58AC-FF9E-4A53-9F0D-9701F3CF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765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A1711-88B1-4B44-B8A8-80F6AF2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144FC-CD79-469C-827C-B7A1E069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289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Users, areas, sprints, tasks, subtasks, tags, priorities, logs.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AB78E-72B9-4862-975E-030C6A21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E865E-1E09-495F-9677-2BE00F03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90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ECE64-9F92-49D2-8464-31886F7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F2E14-BB95-4BA5-AAF0-2FD807A4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01BFBC-55DA-4310-A0EA-0E1D1CB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Workers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3AE98-1972-41C7-88AE-DD7730E5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Redis queues handle calendar sync and background jobs.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71BF3-D0EE-4359-9EE5-7FA352D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3822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3BD10A-D4DB-46F4-A49C-49E9DE2E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Planning data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5BBEC-7C52-4471-B02F-FCC42D3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User -&gt; Areas -&gt; Sprints -&gt; Tasks -&gt; Subtasks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E2B701-2A57-4F18-8E12-65A3C766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514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Tags, priorities, time logs, calendar identities, AI logs, and review notes hang off the task system without changing the everyday mental model.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962161-B36B-44CF-BC02-C35B7F6B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046703-0AC2-4B20-BEC5-324F418B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D7CE59-6F77-42DD-A54C-B40295EC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89032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AB538-436F-404E-9BEC-02FFC74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46991-4D16-4830-A0FE-FAB3E25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07F95-C084-45E6-9529-D23A436B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35877-1F3A-4644-A77E-067F1B93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1F40BFCD-F48A-4ED8-9E72-02516AD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INBOX ROLE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F03F83C-6F1B-4803-93C2-18EB79FC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Inbox is the anti-overload buffer.</a:t>
            </a:r>
          </a:p>
        </p:txBody>
      </p:sp>
      <p:sp>
        <p:nvSpPr>
          <p:cNvPr id="7" name="support">
            <a:extLst xmlns:a="http://schemas.openxmlformats.org/drawingml/2006/main">
              <a:ext uri="{FF2B5EF4-FFF2-40B4-BE49-F238E27FC236}">
                <a16:creationId xmlns:a16="http://schemas.microsoft.com/office/drawing/2014/main" id="{B5242CF1-2BB0-40F6-9895-15671843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Its job is not execution. It is where captured work becomes clear enough to either ignore, park, schedule, or commit to a sprint.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EC3FE-BBBE-457D-AD3E-1C54D32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2669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D3065-7C5D-40D4-A6CC-22A3796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94BEC-4FD3-4C03-94AC-DBF3696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8E1E4-13A7-4F0A-A3F7-7BCF230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1A622-CDFB-47AB-B28A-2F15AADC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924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Brain dump, voice notes, imported calendar items, or quick task creation.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A8593-68EB-4CF1-A07E-66196668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97E5A-BC52-4FBA-A9D0-981B139B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14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88C53-8A20-4192-927E-03CE9DF4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22669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F03D8-EBA2-4B18-A663-9E574089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0510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E7D1C-AFD8-4730-BE70-0C5DC506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7177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798F2-CF5F-469B-9E9A-BE24A07C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Clarify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01198-EAE3-4E2E-878E-C537680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1924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Add area, priority, energy, due date, recurrence, tags, and subtasks.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BE759-EAF0-46DF-A847-BEECEB05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B6F4F-2B9E-44DE-A6DA-97AB13A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14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DB288-2BDF-4F0F-96EB-23A8F4FF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22669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77459-564F-4499-B5F9-A4A0D34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EBFA8-0295-4791-8E43-DFAB9CDE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7177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40A32-6A3B-4A84-8CDE-3100F947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14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20A75D-5699-49D7-8436-E50ED2F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24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Move only the few relevant tasks into an active sprint.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2A1C3-8D30-4374-A96E-81E8EEC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5E42AE-8E36-4670-B72E-9BE1CEBE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14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BA7A8-8636-41C8-86A5-4309175F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DCA44-8ACD-41D3-AC3C-46D9EA14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0510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01C6A-52AF-4293-8AA2-96391B9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7177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D478B5-D23F-4606-B43B-111E4567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146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459F4-8B30-4E27-ADC1-13753BF0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05150"/>
            <a:ext cx="1085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Work happens in Today, Board, or Timeline.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942E4E-6C48-498A-A154-684099DC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Rule of thumb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1DD028-2DE0-43AC-A2DF-D0F72A6B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91075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Inbox can be messy. Today should not be. If something is still vague, keep it in Inbox until it is small enough to plan.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53E9EB-0F38-4D3C-81BE-E10A7B6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9D8E22-65F0-4579-B322-D808558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E7BEE3-2153-4954-93DC-34A0DC35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74534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A2C42-FD76-47E0-B1D8-A18854D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A150C-EE40-4DCE-91CA-8D22E8F8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2CB5C-EB26-4964-B13D-7DF1A968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C2CF1-FD00-46FE-ADFF-78680356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A993AAE-A2FA-4C02-B0A3-60DA7116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DAILY ROUTINE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A01F4CE-D05A-4418-9DA0-BEE06300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A normal day should move from direction to a small done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D90B5-7CE6-44D3-A152-F44F8F12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The app is suitable for everyday use because the main execution surface, Today, already shows capacity, current work block, timer, priorities, and rollover suggestions.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48918-0DBF-40E4-BA41-B22608C4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63789-7E59-4974-B732-C769708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3FE87-7C86-4C48-B623-670DCD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Goals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980AF-635D-4C97-9790-60369BF7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Check direction.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CDFED-CE33-406B-B1C8-495E246D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76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AE7E0-4176-4A78-B4C1-F92BC880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9565E-3917-417A-BAAD-87D44D6D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3071D-AE01-4B6C-A861-7DA75A6C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Brain dump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37FE3-60E3-4B6C-AE70-F63E9838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48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Capture loose thoughts.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CFBE3-A9B4-42F7-9002-88AA99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76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21A63-282F-4776-8835-C8C58709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BF050-6A7A-48C7-A6F2-774D42A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FB6CF-36E8-440A-9659-B1F257C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Inbox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07CD0-9B6D-4A2A-8A7C-2725D2A0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Triage only what matters.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76DCB-7D00-4A30-9E22-E8D483D7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76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96189-8E2C-408D-A49F-B8E2D92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00309-457B-4B5D-AFF8-CF89F4D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45416-CDC7-4CC4-9173-9D5E2400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22178-4054-43B2-B7F9-9C15A00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48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Start, time, finish.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295A3-FAC2-44A9-B30D-255D8A46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8E9D6-0A17-495E-839A-3730826D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CE0FB-143B-4DDF-A080-56E8DDE8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6C10A1-AFD6-4563-9A8C-E3B244BF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FB155-20F6-4BF1-AB3D-1142159D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Update sprint status.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6CCF60-6997-478E-BBE1-A5471838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76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6B363F-D5E9-4703-8FA5-8F3573F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333500" cy="1428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1C4AFE-DF27-42B1-AB45-C7B198E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CF490-78B2-4FDE-8807-AEF83CC8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B0654-79AD-47FB-9284-E7D3A2C9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1066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Close the day or week.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4F6FAA-641A-4EDC-A377-5DCBE033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095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F68633-402C-4D99-BC72-65290645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095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465315-A345-4B94-AC87-3F719C80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2752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Morning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03DF03-3B08-40B8-B73D-F87797AE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57825"/>
            <a:ext cx="2752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Pick 1 big, 3 medium, or 5 small tasks. Avoid planning the whole backlog.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1CDECD-4FA2-4B63-9755-E2798DDC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05375"/>
            <a:ext cx="3095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F561A3-7E8A-4BC8-93CB-652C71D7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05375"/>
            <a:ext cx="3095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D4DE0B-CBEF-4C23-A913-DA6DC33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14925"/>
            <a:ext cx="2752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During 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7A02C-68A2-4072-87C8-A5C88C6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57825"/>
            <a:ext cx="2752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Use Today for the active work block and timer; use Board only to update sprint status.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ADA3DE-7AF0-47A9-A382-F674CB21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05375"/>
            <a:ext cx="3095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EE8C8D-C0F9-4590-B9BA-D044E24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05375"/>
            <a:ext cx="3095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F7B952-FB31-40DB-95C3-56E9C3B0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14925"/>
            <a:ext cx="2752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Shutdown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3C8F41-8250-4FF2-8677-5D8A256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57825"/>
            <a:ext cx="2752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Preview rollover and move unfinished work deliberately instead of dragging guilt into tomorrow.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B670E3-2FC3-47D9-A586-D2A16D4D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F256A3-4212-4FB9-BDFA-31FF8BB7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08B84C-5875-4C47-90AC-6C9D9F6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81096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D7B11-3D98-49FF-B476-B71092F9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83F76-83D8-4D48-8C73-F92EB2E1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ADF3E-7083-4363-AD5B-89BD8B6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81153-B07F-46BF-B202-A29F3DB4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D4302D6B-146F-42FF-BFCC-8D790408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WEEKLY CADENCE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72382AD-F0AB-43EF-8930-ECC076A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Sprints turn vague backlog into realistic weekly commitments.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0A9D9-BB8A-46F6-822B-2D41E3A6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0382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3684E-EBA7-4CDA-AA06-31921387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52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BA289-31A0-4212-988C-5B4A4D50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Mon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F8CDB-286E-4635-AC03-DC5DBE38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Create sprint and choose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12032-236D-43CB-B21D-089BF77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9C17C-6776-4A77-91F9-86303BF0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52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69DBB-EAC8-400D-9012-B37E0EC9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Tue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B2A68-7FCB-420D-9B6E-C6F9796A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Execute from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C5AFF-1526-4DB2-8751-45A585BA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A95AA-5755-425F-97E6-20E526E1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52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87654-2DA4-4A62-8625-855B828B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Wed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7331F-F87B-4A9C-B5E9-89D273D8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Use Timeline for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83BB1-9080-4F2F-A4CC-0513A766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2C335-04ED-48B9-9A96-476EFBCD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52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5F25E-C9B8-46BB-8365-95791AE7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Thu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D9620-D848-45BF-BB69-702ED80B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Clear blockers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D2360-5442-470F-BFB1-E0FFDBB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383B5-C423-4E5D-914A-BA2D286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524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42EF7-0C4D-46C1-AAFC-8884AF9D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Fri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0485E-CB79-4FA5-9BCE-8B11DEEA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Weekly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38B28-AC4F-42A8-817E-3C7D1D4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0A496-F883-4C19-8C14-313E32CB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95FA2-E02F-4459-B101-81686C66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Sprints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954D9D-2DC5-446E-A2DB-6B33DF2E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Create the weekly container and keep the active one small.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9800C-0481-4189-B408-6C8CAD8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C725E0-5140-4385-ACAC-701B5B8F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997D79-CF16-495F-831C-EC279FC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57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067BD6-6965-411F-A6DD-CDBF0D64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Reschedule work by date and see the three-week horizon.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55883-95B5-4998-AD03-402979F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4B32A7-7C02-47EF-B48A-E99FF130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2AC129-B75D-4063-B276-3A785B4C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57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38B587-593B-4980-9D1D-0AF38F0E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6007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Use progress rings and learned capacity to clean up rollover.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46FD92-68EF-45FB-9295-0CE97849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F23F89-07D2-4479-A410-5E1E8EB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F7BAA3-DDDA-4994-BB37-6E5844C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47185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72FFE8-000E-4CFD-8F50-E5F2B532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11DD1-427D-4EAD-A8F4-2E68181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57AC8-0D11-44A1-B376-D83544EF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3EBCD-38EE-4292-9AB7-EC94362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360D3B86-54B0-4B09-BA29-9A929195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PAGE MAP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2124532-E922-49A6-BE37-0F1FC6B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Every page should have one job in the operating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2722C-77D7-4EE9-B2B5-9DA54EA2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This is the everyday mental model: routes are tools, not destinations to endlessly browse.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F3325-54B3-4259-84E8-C638944F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05727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85D12-8A9E-4547-A12A-C302AF44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DCA16-ABAF-4327-A4FB-9427FAC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8EBDA-7EA4-4D74-A90D-77EFA696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24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A6D79-7C35-4891-A414-AECD2B6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Everyday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3042B-07CF-4192-A98B-7BF29039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0344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23EC7-1572-4894-B93B-270E8268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Goals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727C0-157A-4AA0-899F-02C72D8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289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09F26-FEE4-43C9-B85F-B3CF8C45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Set short, mid, and long-term anchors across Personal, Professional,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ED4BA-D41D-4E9D-99BF-64FCE985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Inbox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260A5-6E26-4B69-8DC5-8C40E541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051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534FC-184A-4F5C-88A9-0860B3A0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Clarify captured work before it becomes a sprint commitment.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FBE70-E23A-46B0-B90D-EDC7866D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344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9AC3E-1D7C-4BE0-9C5C-EA4801E5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Sprints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39A1A-E063-46FF-A1EB-54BEC8A3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813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Commitment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898C8-9806-4856-B3E1-5D312F2A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Define the week and pull a small number of tasks into scope.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CA0F3-E6A3-471F-A1E8-CDE339B6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66322-24E2-4AFC-A243-69C17107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5757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611E1-047A-4CB4-9CA9-32387305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57575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Move active sprint work through Todo, In progress, and Done.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1239A-82C4-4AD5-83D4-B12C4CA4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10344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3E596-F602-4021-9E9D-AB0CBC06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9DF3F1-0361-4921-823E-85D9DE2D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338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BC735F-512C-48B7-9DF0-C57AAE9A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Run the day: capacity, active task, timer, rollover, and money/content prompts.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CE501B-E94D-451E-9F89-80C78CBD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65C6F-5C7C-4E51-B5C1-B2D6C71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00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54C84-5F51-4515-9996-51D1B80C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See a three-week horizon and drag dates/subtasks when reality shifts.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13B70-8622-4AF5-BE38-2AC3F80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0344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60C1B-9C3C-4468-BE80-BCA765A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720D6E-5F85-4789-B51D-F051E520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Bulk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D2D8D2-BA38-48D0-A6C7-4467BCD1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Sort, select, mark done, reset todo, or delete work at scale.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922C21-C6C4-43FA-92B5-46E94DB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751F5C-8633-45A3-BFCC-39EAF361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6247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A3F7E-46CE-4511-9AE7-AA6C00F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62475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Read progress rings, learned capacity, peak window, and rollover proposals.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6A42EF-9F14-4B48-8916-87CF5BC8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0344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27A03C-DCBF-46D1-A451-1877371A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4456CB-DCE0-4248-99B6-B43F9FD5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387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76D91B-2F7F-4619-88DE-564FE659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Record wins, carryover, intentions, and create the next sprint.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A8BBA6-629F-485D-BC0A-241FF449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5BFE58-D51A-4AF8-B905-3AF9DA82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149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Configuration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D9A265-B0A4-4821-81BF-C0B1A78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14925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Areas, weekly targets, calendar sync, focus preferences, and AI settings.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FE73F5-E64F-40B3-805F-712D7C6C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6B93C2-6C24-4BF7-A77F-3DC03144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EFC8D6-D0CC-4947-9B8B-B1A9FCA8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3956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01916-F8D2-4CD4-AD03-F6E4A8EF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2932A-2FE5-4007-84AB-56FC8FB4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6980F-67B6-4900-B9E0-A3639C2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544CC-156D-4C83-BC39-B576F6C4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68EE064-4452-42D1-A13A-A2937B5F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ASSISTIVE LAYERS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4988039-A500-4A5C-8078-AD22DDEA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AI and calendar sync should reduce friction, not become the habit.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7493F-BE98-4D65-89B7-DB8C3AB2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The core habit is manual enough to trust. Automation is best used for capture, suggestions, cleanup, and external calendar visibility.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84F1B-1B36-43B9-83B6-D59D1B1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ECCB3-8805-43CE-AFF6-231D116E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BA4F1-B1AA-4508-97FB-59DF3416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Brain dump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FCA09-94F5-4B06-9715-1D461FF0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Fast capture with text, voice transcription, and AI organization into today, week, backlog, or noise.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BF2BE-309B-4CBC-87AA-331177D8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EE1AE-979A-4112-977D-2D9314A9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FFF71-7B60-4426-BAA7-B1F59CF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66B53-809B-4D64-8ABC-CF3AD8B7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0EB91-C813-4AEC-AD7E-AD5E0162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AI dock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8B549-F60C-4310-8C76-AED6CA08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Context-aware planner that can mention tasks and call task tools when enabled.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58490-4BD1-48D7-8599-583EBE1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021A0-B6B6-4EAB-AFBA-E61C11F6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D95A2-8675-46D4-97C0-E168926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F0953-50CB-46C8-98DC-931FC92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0FD41-9859-4285-A110-FD29DA7D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Calendar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32A08-F410-4BDB-8BCA-2BADFC5F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24200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Google and CalDAV make dated work visible outside DevPlanner.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3431A-0951-4C31-8E84-4316D25F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A8DC9-8D84-4B03-9C8C-1E7F3781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682A1-4E1D-47E2-99D8-6EBB7CBC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33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D5B0C-832F-49C4-BF22-EA902AD3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14DBD-DD25-44FC-867D-29E44B0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813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Timer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B80BD-0E14-4CBD-9E1C-54FEDAD1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24200"/>
            <a:ext cx="99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Turns work into learning data.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412E9-4727-4859-B4E9-C19AC70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923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81359A-D15B-4F0D-A275-2C9F282E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14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FB5AF-47E9-4CDD-AA63-2711D20C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768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Use automation to suggest, import, parse, or reschedule. Keep commitment decisions human: what belongs in the sprint, what is worth doing today, and what gets deleted.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9DE4D3-7CAC-4276-812A-88864C09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796F6-6866-49E8-804B-4A3D8E7A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8DD6EB-6651-4311-BD76-B071826D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75794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144C20-41E6-4ECF-B99E-B86D9109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CF863-6D35-48ED-9828-B12EDAC0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ABE6E-A01F-4639-B06F-72D910C8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22E09-CAD1-4C3F-89A1-EFD84BB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15DAF35A-5E12-456B-AA6E-4ED5D459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SUITABILITY REVIEW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284060-6DA5-4C1A-99C5-DDE65F35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The app is suitable for everyday use, with a few clarity gaps to keep tightening.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07656-6350-4214-B1C9-544E45A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Source review shows strong daily primitives already exist: capture, triage, sprint commitment, execution, scheduling, review, insights, timer, AI, and calendar sync.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8E4CD-A17C-45FB-A472-150EF2D4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857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5748D-7D4B-4E86-A9C9-8BC9626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Readiness scorecard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D69D9-2B48-4FCF-B18D-70F6B595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Daily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FD86F-ABA6-44ED-BCAF-FC24EF0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1809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B72AF-CC81-4664-BDA7-A0D11745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15525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AEAC5-DC1A-4094-973F-596DB47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86%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193CC-B72F-4854-8719-6A24C98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Planning clarity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ACA5C-E2B2-4402-9DA7-5E6C5645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1809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B9783-3695-4818-B1C5-DEC2EF4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1409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E5C96-617D-4755-A94B-F4D3998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623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78%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36698-D1D5-47A5-B2BA-AD661433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Review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54144-C067-4125-9F5F-23FCA6D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71925"/>
            <a:ext cx="1809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FE480-674B-4D61-83FB-2D5B8BC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71925"/>
            <a:ext cx="14859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2D143-85F3-44D9-8A8F-C4210E1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82%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AF64A-4029-46BD-A5D4-1E16C86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Onboarding clarity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02E24-D246-4184-BB76-DED5271F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52925"/>
            <a:ext cx="1809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3AC74-1668-47E6-80DA-F192CE9D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52925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0B59D-E8EB-4B03-B77C-637D9377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62%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8DF94-4DE9-4E7B-8EA4-CA4ABC97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4857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71583B-066F-4073-8DEB-D74D9B15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Hardening done in this 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59512-656F-4278-9443-8FE7E6B9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1. Inbox copy now explains the capture -&gt; clarify -&gt; commit -&gt; execute path.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7F993-0DF8-4548-AB33-415A57D0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2. AI dock now recognizes the Goals route as a current context.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922F7-D5E9-42E8-9D1A-FF8A9694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8"/>
                </a:solidFill>
                <a:latin typeface="Aptos"/>
                <a:ea typeface="Aptos"/>
                <a:cs typeface="Aptos"/>
              </a:rPr>
              <a:t>3. The Goals matrix is available as a first-class route and navigation item.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DE3036-9B17-4CC4-8E55-9DC2CA5A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895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57009-1C43-4FEE-A8EF-C6448979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340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Main 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AC5CE-F92F-4AE0-861A-F14399A6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34025"/>
            <a:ext cx="704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The app can feel like many places unless the user follows one loop. The product should keep teaching that loop in empty states and page headers.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786835-77B4-4F78-B8CA-B4943DE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31103A-72CB-48B6-8895-FC4DEB01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ED7510-88E5-4D3C-AD2B-80713264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83172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CA0CD5-25FD-4004-B6F0-C92EE853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ADCF7-390B-4404-8F21-39BD7C9F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1DE3A-1199-4E78-9BC4-0B21CE14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0496D-3AF9-4F45-84F8-EE4BCDF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326BF953-3D58-45A4-BAE3-B18222E3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OPERATING CHECKLIST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BC3309-13A3-4D08-954C-9C331C46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Use six simple rules to keep DevPlanner lightweight.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D4E53-9582-44CB-9057-AA9FCAE4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554CC-8109-49AB-B65E-FAB813E2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75371-B2B2-4262-B4CE-F4AC92E3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14DCE-F7CB-4B29-B203-A2C09EF0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401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Everything starts in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55901-D329-46C6-827C-7DA14DB3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41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Use Brain dump for loose thoughts. Do not manually over-sort at capture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0C265-998A-412D-B8DD-36E5B838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DE3D7-2E23-4A89-B649-8D6E3CE2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90A02-7875-47AB-8179-BE80A2A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764BC-A610-4C1E-ACA2-A22BDA86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0275"/>
            <a:ext cx="401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Inbox is for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1CDD0-51A3-4F53-A9F1-73633B11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441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Clarify, split, delete, or commit. Do not execute from Inbox.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1360F-3E49-4156-931A-32A04302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BC6EE-7DDA-44AE-985F-240B3651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1F693-AC5B-4A6B-ADD5-C13862FD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88AF6-D685-414E-A268-716F648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401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Sprint is the promise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0A3B8-8882-47EB-BC33-CE4CCE1B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441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A sprint should fit one week and one clear goal.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512F3-65AA-4DDF-8F07-C8F3DA51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CC88D-292F-4D52-8F13-764A4584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70733-A518-4F94-B51F-041AB28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1472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E4A05-6AF1-4B1C-9137-73E8C56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401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Today is the cockpit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7B1E5-620A-4AD2-B5DC-0200629C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441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Start the timer, finish one work block, and keep capacity visible.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41484-8010-4044-B422-55EDE70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8DFA4-24A8-445F-BA09-852AB5AE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78429E-1415-4D07-B6D4-4FC8E95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1FB5A-D2F1-499F-95B2-B963F0A1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401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Timeline is for repair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76A9C7-BCF7-4811-B1C3-C48FBC3A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441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When reality changes, reschedule dates instead of carrying mental debt.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5E36CF-83D5-40A1-B390-DF142739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476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54451-F8B0-4C3C-8319-9046B2D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053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764C36-C6C5-4EB7-A850-2FB56F1E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72025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5166FF-A11E-462B-814E-2211073A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401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Review closes the loop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647C3-05EC-4BD5-B421-3C77147C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05400"/>
            <a:ext cx="441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Wins, carryover, intentions, then the next sprint.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5FAD9-D4D1-40E5-92BE-E5F25C0A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29300"/>
            <a:ext cx="701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2E3E41-28EC-4809-A2B9-AE2A770D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24550"/>
            <a:ext cx="6629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8D3C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D3C8"/>
                </a:solidFill>
                <a:latin typeface="Aptos"/>
                <a:ea typeface="Aptos"/>
                <a:cs typeface="Aptos"/>
              </a:rPr>
              <a:t>If a page does not help this loop, leave it alone until the next review.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947D55-447F-4D06-9171-53C8875B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48E0E0-C35F-4C9D-8B98-0B9A79B7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F286B1-E632-489B-88E9-3713EB7A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00504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B1919-9FE9-403A-8340-649789DD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DE79A-50B1-48D3-B8D7-2607FDC1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EA3DC-8B94-42F4-BAAA-E5446B3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F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5C262-441C-4F82-A7D6-1F73EF4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2122DAE8-D276-411B-908D-6A41D02D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NEXT BUILD PRIORITIES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48CC60-D210-4DF9-8988-E6B20D4E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6F2"/>
                </a:solidFill>
                <a:latin typeface="Aptos Display"/>
                <a:ea typeface="Aptos Display"/>
                <a:cs typeface="Aptos Display"/>
              </a:rPr>
              <a:t>Reduce ambiguity before adding more planning machinery.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1F73A-6135-4CBC-83A6-84008C35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The core product is already daily-usable. The next improvements should make the loop more obvious, persistent, and forgiving.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E0A9C-4247-4060-9789-67596CDF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77757-D41B-415C-A7F5-5F5FF620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6AE6E-5FB1-4BE6-A562-08329CE2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1. Guided first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0052E-D89E-48D4-8206-DF10F815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After login, ask for areas, weekly hour targets, and first sprint. Then route to Brain dump.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ABAA2-02DB-467A-A804-A895B25B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3FAD3-856B-4318-96DC-521FD234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5567D-18B4-4BF1-9838-42723C3F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2. Naming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89F41-AF4C-47D3-99BB-B1A1EF09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Decide whether the product language is Inbox or Backlog and use one term everywhere.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E1D91-AAB9-4D63-A27C-ECDCC55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B213F-B339-4326-91A4-34CD07A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883C3-474F-4122-9E9F-E4BD223B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3. Persist goals server-side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5F7E0-E7B6-4388-B273-60D01382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2420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The Goals matrix currently autosaves in the browser; make it account-backed when collaboration or multi-device use matters.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B6E90-7317-4A41-9E21-181EEF78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3672F-FCF0-4AB8-B87F-914F53AE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AD481-9B24-4F86-B1A1-3F613130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4. Empty-state coaching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E447A-155A-43AF-BE06-285C2374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Every major page should explain its role in the loop when empty.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25310-AB93-42AE-90C8-8431A469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910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D1E0C-CAB4-4362-BEA4-749F9DF7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910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8A9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28BEC-823C-43D4-8DA0-AA21DA71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005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5. Mobile polish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4A860-E296-4C00-9355-F556182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434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Today and Inbox are most likely to be used on the move; keep controls dense but readable.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68AFBC-11F5-46E6-AE34-9C676ECB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910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1B19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95B14-E5AF-453C-AC82-DDFEA572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910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9D920-7018-449F-89E3-863F553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6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6F2"/>
                </a:solidFill>
                <a:latin typeface="Aptos"/>
                <a:ea typeface="Aptos"/>
                <a:cs typeface="Aptos"/>
              </a:rPr>
              <a:t>6. Review-to-goals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1C13A-F64D-4864-8C9B-CEB0D8C7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43450"/>
            <a:ext cx="2609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Weekly review should reference Goals so intentions ladder back to the matrix.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5F824-527A-47CC-96B0-3F2BD2D4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763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4221F"/>
          </a:solidFill>
          <a:ln xmlns:a="http://schemas.openxmlformats.org/drawingml/2006/main" w="9525">
            <a:solidFill>
              <a:srgbClr val="3A373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99C76-17F2-4B3A-9AFF-ADB24BD0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066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C9890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E7377A-7B9B-43C2-B72E-6D5649BB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858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Use it daily now.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4E3389-BACA-4FC5-8E4A-6694B918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73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D37F0D-0B1F-4575-9065-5CB65DD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DevPlanner everyday use architecture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1D7B3B-0B1C-420E-91A9-1AE2F45F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989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989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3722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2026-06-06T10:59:44.6590000Z</dcterms:created>
  <dcterms:modified xsi:type="dcterms:W3CDTF">2026-06-06T10:59:44.6610000Z</dcterms:modified>
</coreProperties>
</file>